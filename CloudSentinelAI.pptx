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57800" y="164592"/>
            <a:ext cx="69311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12080" y="1828800"/>
            <a:ext cx="91440" cy="292608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84048"/>
            <a:ext cx="1005840" cy="34747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402336"/>
            <a:ext cx="877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PS-053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43891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3562B"/>
                </a:solidFill>
                <a:latin typeface="Poppins"/>
              </a:rPr>
              <a:t>AI-POWERED  .  MULTI-CLOUD  .  RISK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Poppins"/>
              </a:rPr>
              <a:t>Cloud</a:t>
            </a:r>
          </a:p>
          <a:p>
            <a:pPr algn="l"/>
            <a:r>
              <a:rPr sz="5200" b="1">
                <a:solidFill>
                  <a:srgbClr val="E3562B"/>
                </a:solidFill>
                <a:latin typeface="Poppins"/>
              </a:rPr>
              <a:t>Sentinel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06324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F0E8CC"/>
                </a:solidFill>
                <a:latin typeface="Poppins"/>
              </a:rPr>
              <a:t>AI-Powered Multi-Cloud Engineering
Risk Intelligence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041648"/>
            <a:ext cx="4572000" cy="4114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3562B"/>
                </a:solidFill>
                <a:latin typeface="Poppins"/>
              </a:rPr>
              <a:t>MENTOR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4160520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oppins"/>
              </a:rPr>
              <a:t>MD Shaifu Zama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4988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oppins"/>
              </a:rPr>
              <a:t>Team CloudSentinel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Bogavalli Akash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22122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93776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Bikkavolu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22122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48640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Kantipudi Vivek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76986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48640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Janapareddy Dyns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576986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0350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Muramalla Ambica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31850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6035040"/>
            <a:ext cx="248716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oppins"/>
              </a:rPr>
              <a:t>Sayyad Sameer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6318504"/>
            <a:ext cx="248716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23P31A0552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58968" y="841248"/>
            <a:ext cx="6611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3562B"/>
                </a:solidFill>
                <a:latin typeface="Poppins"/>
              </a:rPr>
              <a:t>INTELLIGENCE MODULES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67528" y="1188720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67528" y="1188720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58968" y="1280160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Cloud Infrastructure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1664208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AWS/GCP configs, IAM, encryption, open 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67528" y="2203704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67528" y="2203704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58968" y="2295144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DevOps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8968" y="2679192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CI/CD pipelines, env vars, rollback stability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67528" y="3218688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67528" y="3218688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58968" y="3310128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Full-Stack APIs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58968" y="3694176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Exposed endpoints, auth gaps, latency issues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67528" y="4233672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67528" y="4233672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58968" y="4325112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Data Engineering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58968" y="4709160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Public datasets, unencrypted storage, failures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67528" y="5248656"/>
            <a:ext cx="6611112" cy="96012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67528" y="5248656"/>
            <a:ext cx="64008" cy="9601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58968" y="5340096"/>
            <a:ext cx="6519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D3639"/>
                </a:solidFill>
                <a:latin typeface="Poppins"/>
              </a:rPr>
              <a:t>Mobile Backend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58968" y="5724144"/>
            <a:ext cx="6519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7F7F7F"/>
                </a:solidFill>
                <a:latin typeface="Poppins"/>
              </a:rPr>
              <a:t>Unstable services, high latency, auth misconfig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58968" y="6473952"/>
            <a:ext cx="66111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F7F7F"/>
                </a:solidFill>
                <a:latin typeface="Poppins"/>
              </a:rPr>
              <a:t>PROJECT SPACE  .  SEASON 8  .  AIVERSION DEPLOY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Problem Statement &amp; Solution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577840" cy="55046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577840" cy="45720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78992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572768"/>
            <a:ext cx="5248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Multi-cloud (AWS + GCP) creates infrastructure blind spots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Traditional tools generate alerts with no context or guidance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Security misconfigs and exposed APIs go undetected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Engineers lack domain-specific visibility into infra risks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F0E8CC"/>
                </a:solidFill>
                <a:latin typeface="Poppins"/>
              </a:rPr>
              <a:t>  No unified platform explains risks in plain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3328" y="1005840"/>
            <a:ext cx="5577840" cy="5504688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53328" y="1005840"/>
            <a:ext cx="5577840" cy="4572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78992"/>
            <a:ext cx="5248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3562B"/>
                </a:solidFill>
                <a:latin typeface="Poppins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72768"/>
            <a:ext cx="524865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Unified portal detects risks across 5 engineering domains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Multi-cloud layer connects AWS &amp; GCP environments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Domain-specific Risk Engines analyse configs &amp; metrics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Amazon Bedrock generates explanations &amp; remediation steps</a:t>
            </a:r>
          </a:p>
          <a:p>
            <a:pPr algn="l">
              <a:spcBef>
                <a:spcPts val="1600"/>
              </a:spcBef>
            </a:pPr>
            <a:r>
              <a:rPr sz="1350" b="0">
                <a:solidFill>
                  <a:srgbClr val="1D3639"/>
                </a:solidFill>
                <a:latin typeface="Poppins"/>
              </a:rPr>
              <a:t>  AI Chatbot enables interactive troubleshooting in real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Key Features &amp; Risk Intelligence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Cloud 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Open ports, public buckets,
weak IAM, missing encryption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675534" y="1005840"/>
            <a:ext cx="2218334" cy="233172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40126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0126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Insecure env vars, missing
rollback, unstable pipelines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5308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49900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Full-Stack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9900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Exposed APIs, missing auth,
high latency, rate limiting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95083" y="1005840"/>
            <a:ext cx="2218334" cy="233172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9675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Data Eng.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9675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Public datasets, unencrypted
storage, pipeline failures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4857" y="1005840"/>
            <a:ext cx="2218334" cy="233172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69449" y="1115568"/>
            <a:ext cx="188915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Mobile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69449" y="1554480"/>
            <a:ext cx="188915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0E8CC"/>
                </a:solidFill>
                <a:latin typeface="Poppins"/>
              </a:rPr>
              <a:t>Unstable backend, high
latency, auth misconfig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5021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3562B"/>
                </a:solidFill>
                <a:latin typeface="Poppins"/>
              </a:rPr>
              <a:t>Risk Intelligence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94106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58568" y="394106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9592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0008" y="399592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Detected vulnerability or misconfiguration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44398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58568" y="444398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49884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Reason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0008" y="449884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Why the risk exists in the environment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94690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58568" y="494690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00176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Risk Priority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50008" y="500176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High / Medium / Low severity classification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4982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58568" y="544982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0468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Remediation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0008" y="550468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Step-by-step actions to resolve the issue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952744"/>
            <a:ext cx="1783080" cy="46634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58568" y="5952744"/>
            <a:ext cx="4507992" cy="46634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007608"/>
            <a:ext cx="1673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Poppins"/>
              </a:rPr>
              <a:t>Alternatives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50008" y="6007608"/>
            <a:ext cx="43982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D3639"/>
                </a:solidFill>
                <a:latin typeface="Poppins"/>
              </a:rPr>
              <a:t>Secure configuration alternatives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6288" y="3502152"/>
            <a:ext cx="4946904" cy="297180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3593592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E3562B"/>
                </a:solidFill>
                <a:latin typeface="Poppins"/>
              </a:rPr>
              <a:t>Risk Prioritization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0507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3562B"/>
                </a:solidFill>
                <a:latin typeface="Poppins"/>
              </a:rPr>
              <a:t>HIGH   — Immediate action required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5079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7A"/>
                </a:solidFill>
                <a:latin typeface="Poppins"/>
              </a:rPr>
              <a:t>MEDIUM — Address in next sprint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65192"/>
            <a:ext cx="4617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D5A2"/>
                </a:solidFill>
                <a:latin typeface="Poppins"/>
              </a:rPr>
              <a:t>LOW    — Minimal impact; recommended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040880" y="5468112"/>
            <a:ext cx="4617720" cy="2743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0" y="558698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Evaluated by: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Exposure Level  |  Impact Severity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7F7F7F"/>
                </a:solidFill>
                <a:latin typeface="Poppins"/>
              </a:rPr>
              <a:t>Likelihood of Exploitation  |  Resource Sensitivity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15568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Cloud Platforms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17904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Web Services (AWS)
Google Cloud Platform (GCP)  |  Future: Azure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9340" y="1005840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49340" y="1005840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2220" y="1115568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Artificial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2220" y="1517904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Bedrock — AI explanations &amp; chatbot
Amazon Comprehend — NLP &amp; risk classification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93442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93442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0317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Frontend &amp; Hosting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05506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Amplify — CloudSentinel web portal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9340" y="2393442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49340" y="2393442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2220" y="2503170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Auth &amp; 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2220" y="2905506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Cognito — user identity management
Amazon API Gateway — frontend ↔ backend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781044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81044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90772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Compute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3108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Lambda — serverless risk detection
DynamoDB  |  S3 — data &amp; artifact 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9340" y="3781044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9340" y="3781044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2220" y="3890772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Monitoring &amp;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2220" y="4293108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Amazon CloudWatch — metrics &amp; logs
Amazon EventBridge — event routing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168646"/>
            <a:ext cx="5673852" cy="127787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5168646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278374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IAM &amp;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80710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AWS STS  |  AWS IAM  |  AWS Config
AWS CloudFormation — scanning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49340" y="5168646"/>
            <a:ext cx="5673852" cy="1277874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49340" y="5168646"/>
            <a:ext cx="64008" cy="127787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2220" y="5278374"/>
            <a:ext cx="53995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3639"/>
                </a:solidFill>
                <a:latin typeface="Poppins"/>
              </a:rPr>
              <a:t>DevOps &amp; CI/CD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2220" y="5680710"/>
            <a:ext cx="5399532" cy="692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F7F7F"/>
                </a:solidFill>
                <a:latin typeface="Poppins"/>
              </a:rPr>
              <a:t>GitHub Actions — build, test &amp; deploy
Python — backend &amp; risk engine language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4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64592"/>
            <a:ext cx="12188952" cy="50292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9144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D3639"/>
                </a:solidFill>
                <a:latin typeface="Poppins"/>
              </a:rPr>
              <a:t>Workflow  .  Team  .  Learnings  .  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Cognito auth</a:t>
            </a:r>
          </a:p>
        </p:txBody>
      </p:sp>
      <p:sp>
        <p:nvSpPr>
          <p:cNvPr id="8" name="Rectangle 7"/>
          <p:cNvSpPr/>
          <p:nvPr/>
        </p:nvSpPr>
        <p:spPr>
          <a:xfrm>
            <a:off x="2290572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300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00300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Select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0300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Choose domain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5112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AWS/GCP scan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0196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9924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9924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Detect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Risk engines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5008" y="1005840"/>
            <a:ext cx="1833372" cy="1389888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4736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3562B"/>
                </a:solidFill>
                <a:latin typeface="Poppin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0E8CC"/>
                </a:solidFill>
                <a:latin typeface="Poppins"/>
              </a:rPr>
              <a:t>Bedrock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9820" y="1005840"/>
            <a:ext cx="1833372" cy="1389888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99548" y="1078992"/>
            <a:ext cx="5029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oppins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99548" y="1517904"/>
            <a:ext cx="16687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Poppins"/>
              </a:rPr>
              <a:t>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99548" y="1874520"/>
            <a:ext cx="16687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Poppins"/>
              </a:rPr>
              <a:t>AI assistant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523744"/>
            <a:ext cx="11457432" cy="36576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Bogavalli Akash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90572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90572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18588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Bikkavolu 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18588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15384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15384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43400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Kantipudi Vivek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23P31A0524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40196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40196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8212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Janapareddy Dyns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8212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23P31A0537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65008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5008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Muramalla Ambica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93024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23P31A0540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989820" y="2615184"/>
            <a:ext cx="1833372" cy="822960"/>
          </a:xfrm>
          <a:prstGeom prst="rect">
            <a:avLst/>
          </a:prstGeom>
          <a:solidFill>
            <a:srgbClr val="F0E8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989820" y="2615184"/>
            <a:ext cx="54864" cy="82296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117836" y="2706624"/>
            <a:ext cx="16504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D3639"/>
                </a:solidFill>
                <a:latin typeface="Poppins"/>
              </a:rPr>
              <a:t>Sayyad Sameer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17836" y="3072384"/>
            <a:ext cx="16504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F7F7F"/>
                </a:solidFill>
                <a:latin typeface="Poppins"/>
              </a:rPr>
              <a:t>23P31A0552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3566160"/>
            <a:ext cx="7223760" cy="292608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3566160"/>
            <a:ext cx="7223760" cy="411480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3621024"/>
            <a:ext cx="68945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oppins"/>
              </a:rPr>
              <a:t>Key Learnings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" y="4069080"/>
            <a:ext cx="689457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150" b="0">
                <a:solidFill>
                  <a:srgbClr val="F0E8CC"/>
                </a:solidFill>
                <a:latin typeface="Poppins"/>
              </a:rPr>
              <a:t>  Multi-cloud integrations need robust cross-account credential management via AWS STS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0E8CC"/>
                </a:solidFill>
                <a:latin typeface="Poppins"/>
              </a:rPr>
              <a:t>  Amazon Bedrock dramatically improves developer understanding of complex infrastructure risks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0E8CC"/>
                </a:solidFill>
                <a:latin typeface="Poppins"/>
              </a:rPr>
              <a:t>  Domain-specific risk engines outperform generic scanners in precision and relevance</a:t>
            </a:r>
          </a:p>
          <a:p>
            <a:pPr algn="l">
              <a:spcBef>
                <a:spcPts val="800"/>
              </a:spcBef>
            </a:pPr>
            <a:r>
              <a:rPr sz="1150" b="0">
                <a:solidFill>
                  <a:srgbClr val="F0E8CC"/>
                </a:solidFill>
                <a:latin typeface="Poppins"/>
              </a:rPr>
              <a:t>  Serverless architecture (Lambda + DynamoDB) enables scalable, cost-effective risk detection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699248" y="3566160"/>
            <a:ext cx="4123944" cy="2926080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699248" y="3566160"/>
            <a:ext cx="4123944" cy="54864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63840" y="3767328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3562B"/>
                </a:solidFill>
                <a:latin typeface="Poppins"/>
              </a:rPr>
              <a:t>Thank You!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4407408"/>
            <a:ext cx="3794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Poppins"/>
              </a:rPr>
              <a:t>Team CloudSentinel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4828032"/>
            <a:ext cx="3794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Poppins"/>
              </a:rPr>
              <a:t>Mentor: MD Shaifu Zama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247888" y="5248656"/>
            <a:ext cx="3026664" cy="36576"/>
          </a:xfrm>
          <a:prstGeom prst="rect">
            <a:avLst/>
          </a:prstGeom>
          <a:solidFill>
            <a:srgbClr val="E35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63840" y="5358384"/>
            <a:ext cx="3794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7F7F7F"/>
                </a:solidFill>
                <a:latin typeface="Poppins"/>
              </a:rPr>
              <a:t>Project Space  .  Season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1D36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6556248"/>
            <a:ext cx="11457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7F7F7F"/>
                </a:solidFill>
                <a:latin typeface="Poppins"/>
              </a:rPr>
              <a:t>900+ Trainees   .   160+ Projects   .   7 Days   .   7 Domains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183112" y="649224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Poppins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